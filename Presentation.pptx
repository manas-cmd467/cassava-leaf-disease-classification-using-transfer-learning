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Old Standard TT" panose="020B0604020202020204" charset="0"/>
      <p:regular r:id="rId19"/>
      <p:bold r:id="rId20"/>
      <p: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238"/>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c6f9035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c6f9035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e0c7440c98_0_10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e0c7440c98_0_10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e0c7440cc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e0c7440cc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e0cb114f58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e0cb114f58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e0cb114f58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e0cb114f5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c6f90357f_0_1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c6f90357f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d8a88efa9d_0_2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d8a88efa9d_0_2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c6f90357f_0_1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c6f90357f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c6f90357f_0_4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c6f90357f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e0cb114f58_1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e0cb114f58_1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e0cb114f58_1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e0cb114f58_1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b6d978c9b2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b6d978c9b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b6d978c9b2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b6d978c9b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c6f90357f_0_4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c6f90357f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b6d978c9b2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b6d978c9b2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d8a88efa9d_0_21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d8a88efa9d_0_2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11;p2"/>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rmAutofit/>
          </a:bodyPr>
          <a:lstStyle>
            <a:lvl1pPr lvl="0" rtl="0">
              <a:spcBef>
                <a:spcPts val="0"/>
              </a:spcBef>
              <a:spcAft>
                <a:spcPts val="0"/>
              </a:spcAft>
              <a:buClr>
                <a:schemeClr val="accent1"/>
              </a:buClr>
              <a:buSzPts val="4200"/>
              <a:buNone/>
              <a:defRPr sz="4200">
                <a:solidFill>
                  <a:schemeClr val="accent1"/>
                </a:solidFill>
              </a:defRPr>
            </a:lvl1pPr>
            <a:lvl2pPr lvl="1" rtl="0">
              <a:spcBef>
                <a:spcPts val="0"/>
              </a:spcBef>
              <a:spcAft>
                <a:spcPts val="0"/>
              </a:spcAft>
              <a:buClr>
                <a:schemeClr val="accent1"/>
              </a:buClr>
              <a:buSzPts val="4200"/>
              <a:buNone/>
              <a:defRPr sz="4200">
                <a:solidFill>
                  <a:schemeClr val="accent1"/>
                </a:solidFill>
              </a:defRPr>
            </a:lvl2pPr>
            <a:lvl3pPr lvl="2" rtl="0">
              <a:spcBef>
                <a:spcPts val="0"/>
              </a:spcBef>
              <a:spcAft>
                <a:spcPts val="0"/>
              </a:spcAft>
              <a:buClr>
                <a:schemeClr val="accent1"/>
              </a:buClr>
              <a:buSzPts val="4200"/>
              <a:buNone/>
              <a:defRPr sz="4200">
                <a:solidFill>
                  <a:schemeClr val="accent1"/>
                </a:solidFill>
              </a:defRPr>
            </a:lvl3pPr>
            <a:lvl4pPr lvl="3" rtl="0">
              <a:spcBef>
                <a:spcPts val="0"/>
              </a:spcBef>
              <a:spcAft>
                <a:spcPts val="0"/>
              </a:spcAft>
              <a:buClr>
                <a:schemeClr val="accent1"/>
              </a:buClr>
              <a:buSzPts val="4200"/>
              <a:buNone/>
              <a:defRPr sz="4200">
                <a:solidFill>
                  <a:schemeClr val="accent1"/>
                </a:solidFill>
              </a:defRPr>
            </a:lvl4pPr>
            <a:lvl5pPr lvl="4" rtl="0">
              <a:spcBef>
                <a:spcPts val="0"/>
              </a:spcBef>
              <a:spcAft>
                <a:spcPts val="0"/>
              </a:spcAft>
              <a:buClr>
                <a:schemeClr val="accent1"/>
              </a:buClr>
              <a:buSzPts val="4200"/>
              <a:buNone/>
              <a:defRPr sz="4200">
                <a:solidFill>
                  <a:schemeClr val="accent1"/>
                </a:solidFill>
              </a:defRPr>
            </a:lvl5pPr>
            <a:lvl6pPr lvl="5" rtl="0">
              <a:spcBef>
                <a:spcPts val="0"/>
              </a:spcBef>
              <a:spcAft>
                <a:spcPts val="0"/>
              </a:spcAft>
              <a:buClr>
                <a:schemeClr val="accent1"/>
              </a:buClr>
              <a:buSzPts val="4200"/>
              <a:buNone/>
              <a:defRPr sz="4200">
                <a:solidFill>
                  <a:schemeClr val="accent1"/>
                </a:solidFill>
              </a:defRPr>
            </a:lvl6pPr>
            <a:lvl7pPr lvl="6" rtl="0">
              <a:spcBef>
                <a:spcPts val="0"/>
              </a:spcBef>
              <a:spcAft>
                <a:spcPts val="0"/>
              </a:spcAft>
              <a:buClr>
                <a:schemeClr val="accent1"/>
              </a:buClr>
              <a:buSzPts val="4200"/>
              <a:buNone/>
              <a:defRPr sz="4200">
                <a:solidFill>
                  <a:schemeClr val="accent1"/>
                </a:solidFill>
              </a:defRPr>
            </a:lvl7pPr>
            <a:lvl8pPr lvl="7" rtl="0">
              <a:spcBef>
                <a:spcPts val="0"/>
              </a:spcBef>
              <a:spcAft>
                <a:spcPts val="0"/>
              </a:spcAft>
              <a:buClr>
                <a:schemeClr val="accent1"/>
              </a:buClr>
              <a:buSzPts val="4200"/>
              <a:buNone/>
              <a:defRPr sz="4200">
                <a:solidFill>
                  <a:schemeClr val="accent1"/>
                </a:solidFill>
              </a:defRPr>
            </a:lvl8pPr>
            <a:lvl9pPr lvl="8" rtl="0">
              <a:spcBef>
                <a:spcPts val="0"/>
              </a:spcBef>
              <a:spcAft>
                <a:spcPts val="0"/>
              </a:spcAft>
              <a:buClr>
                <a:schemeClr val="accent1"/>
              </a:buClr>
              <a:buSzPts val="4200"/>
              <a:buNone/>
              <a:defRPr sz="4200">
                <a:solidFill>
                  <a:schemeClr val="accent1"/>
                </a:solidFill>
              </a:defRPr>
            </a:lvl9pPr>
          </a:lstStyle>
          <a:p>
            <a:endParaRPr/>
          </a:p>
        </p:txBody>
      </p:sp>
      <p:sp>
        <p:nvSpPr>
          <p:cNvPr id="13" name="Google Shape;13;p2"/>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accent2"/>
              </a:buClr>
              <a:buSzPts val="2400"/>
              <a:buNone/>
              <a:defRPr sz="2400">
                <a:solidFill>
                  <a:schemeClr val="accent2"/>
                </a:solidFill>
              </a:defRPr>
            </a:lvl1pPr>
            <a:lvl2pPr lvl="1" rtl="0">
              <a:lnSpc>
                <a:spcPct val="100000"/>
              </a:lnSpc>
              <a:spcBef>
                <a:spcPts val="0"/>
              </a:spcBef>
              <a:spcAft>
                <a:spcPts val="0"/>
              </a:spcAft>
              <a:buClr>
                <a:schemeClr val="accent2"/>
              </a:buClr>
              <a:buSzPts val="2400"/>
              <a:buNone/>
              <a:defRPr sz="2400">
                <a:solidFill>
                  <a:schemeClr val="accent2"/>
                </a:solidFill>
              </a:defRPr>
            </a:lvl2pPr>
            <a:lvl3pPr lvl="2" rtl="0">
              <a:lnSpc>
                <a:spcPct val="100000"/>
              </a:lnSpc>
              <a:spcBef>
                <a:spcPts val="0"/>
              </a:spcBef>
              <a:spcAft>
                <a:spcPts val="0"/>
              </a:spcAft>
              <a:buClr>
                <a:schemeClr val="accent2"/>
              </a:buClr>
              <a:buSzPts val="2400"/>
              <a:buNone/>
              <a:defRPr sz="2400">
                <a:solidFill>
                  <a:schemeClr val="accent2"/>
                </a:solidFill>
              </a:defRPr>
            </a:lvl3pPr>
            <a:lvl4pPr lvl="3" rtl="0">
              <a:lnSpc>
                <a:spcPct val="100000"/>
              </a:lnSpc>
              <a:spcBef>
                <a:spcPts val="0"/>
              </a:spcBef>
              <a:spcAft>
                <a:spcPts val="0"/>
              </a:spcAft>
              <a:buClr>
                <a:schemeClr val="accent2"/>
              </a:buClr>
              <a:buSzPts val="2400"/>
              <a:buNone/>
              <a:defRPr sz="2400">
                <a:solidFill>
                  <a:schemeClr val="accent2"/>
                </a:solidFill>
              </a:defRPr>
            </a:lvl4pPr>
            <a:lvl5pPr lvl="4" rtl="0">
              <a:lnSpc>
                <a:spcPct val="100000"/>
              </a:lnSpc>
              <a:spcBef>
                <a:spcPts val="0"/>
              </a:spcBef>
              <a:spcAft>
                <a:spcPts val="0"/>
              </a:spcAft>
              <a:buClr>
                <a:schemeClr val="accent2"/>
              </a:buClr>
              <a:buSzPts val="2400"/>
              <a:buNone/>
              <a:defRPr sz="2400">
                <a:solidFill>
                  <a:schemeClr val="accent2"/>
                </a:solidFill>
              </a:defRPr>
            </a:lvl5pPr>
            <a:lvl6pPr lvl="5" rtl="0">
              <a:lnSpc>
                <a:spcPct val="100000"/>
              </a:lnSpc>
              <a:spcBef>
                <a:spcPts val="0"/>
              </a:spcBef>
              <a:spcAft>
                <a:spcPts val="0"/>
              </a:spcAft>
              <a:buClr>
                <a:schemeClr val="accent2"/>
              </a:buClr>
              <a:buSzPts val="2400"/>
              <a:buNone/>
              <a:defRPr sz="2400">
                <a:solidFill>
                  <a:schemeClr val="accent2"/>
                </a:solidFill>
              </a:defRPr>
            </a:lvl6pPr>
            <a:lvl7pPr lvl="6" rtl="0">
              <a:lnSpc>
                <a:spcPct val="100000"/>
              </a:lnSpc>
              <a:spcBef>
                <a:spcPts val="0"/>
              </a:spcBef>
              <a:spcAft>
                <a:spcPts val="0"/>
              </a:spcAft>
              <a:buClr>
                <a:schemeClr val="accent2"/>
              </a:buClr>
              <a:buSzPts val="2400"/>
              <a:buNone/>
              <a:defRPr sz="2400">
                <a:solidFill>
                  <a:schemeClr val="accent2"/>
                </a:solidFill>
              </a:defRPr>
            </a:lvl7pPr>
            <a:lvl8pPr lvl="7" rtl="0">
              <a:lnSpc>
                <a:spcPct val="100000"/>
              </a:lnSpc>
              <a:spcBef>
                <a:spcPts val="0"/>
              </a:spcBef>
              <a:spcAft>
                <a:spcPts val="0"/>
              </a:spcAft>
              <a:buClr>
                <a:schemeClr val="accent2"/>
              </a:buClr>
              <a:buSzPts val="2400"/>
              <a:buNone/>
              <a:defRPr sz="2400">
                <a:solidFill>
                  <a:schemeClr val="accent2"/>
                </a:solidFill>
              </a:defRPr>
            </a:lvl8pPr>
            <a:lvl9pPr lvl="8" rtl="0">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rmAutofit/>
          </a:bodyPr>
          <a:lstStyle>
            <a:lvl1pPr lvl="0" rtl="0">
              <a:spcBef>
                <a:spcPts val="0"/>
              </a:spcBef>
              <a:spcAft>
                <a:spcPts val="0"/>
              </a:spcAft>
              <a:buClr>
                <a:schemeClr val="accent1"/>
              </a:buClr>
              <a:buSzPts val="6000"/>
              <a:buNone/>
              <a:defRPr sz="6000">
                <a:solidFill>
                  <a:schemeClr val="accent1"/>
                </a:solidFill>
              </a:defRPr>
            </a:lvl1pPr>
            <a:lvl2pPr lvl="1" rtl="0">
              <a:spcBef>
                <a:spcPts val="0"/>
              </a:spcBef>
              <a:spcAft>
                <a:spcPts val="0"/>
              </a:spcAft>
              <a:buClr>
                <a:schemeClr val="accent1"/>
              </a:buClr>
              <a:buSzPts val="6000"/>
              <a:buNone/>
              <a:defRPr sz="6000">
                <a:solidFill>
                  <a:schemeClr val="accent1"/>
                </a:solidFill>
              </a:defRPr>
            </a:lvl2pPr>
            <a:lvl3pPr lvl="2" rtl="0">
              <a:spcBef>
                <a:spcPts val="0"/>
              </a:spcBef>
              <a:spcAft>
                <a:spcPts val="0"/>
              </a:spcAft>
              <a:buClr>
                <a:schemeClr val="accent1"/>
              </a:buClr>
              <a:buSzPts val="6000"/>
              <a:buNone/>
              <a:defRPr sz="6000">
                <a:solidFill>
                  <a:schemeClr val="accent1"/>
                </a:solidFill>
              </a:defRPr>
            </a:lvl3pPr>
            <a:lvl4pPr lvl="3" rtl="0">
              <a:spcBef>
                <a:spcPts val="0"/>
              </a:spcBef>
              <a:spcAft>
                <a:spcPts val="0"/>
              </a:spcAft>
              <a:buClr>
                <a:schemeClr val="accent1"/>
              </a:buClr>
              <a:buSzPts val="6000"/>
              <a:buNone/>
              <a:defRPr sz="6000">
                <a:solidFill>
                  <a:schemeClr val="accent1"/>
                </a:solidFill>
              </a:defRPr>
            </a:lvl4pPr>
            <a:lvl5pPr lvl="4" rtl="0">
              <a:spcBef>
                <a:spcPts val="0"/>
              </a:spcBef>
              <a:spcAft>
                <a:spcPts val="0"/>
              </a:spcAft>
              <a:buClr>
                <a:schemeClr val="accent1"/>
              </a:buClr>
              <a:buSzPts val="6000"/>
              <a:buNone/>
              <a:defRPr sz="6000">
                <a:solidFill>
                  <a:schemeClr val="accent1"/>
                </a:solidFill>
              </a:defRPr>
            </a:lvl5pPr>
            <a:lvl6pPr lvl="5" rtl="0">
              <a:spcBef>
                <a:spcPts val="0"/>
              </a:spcBef>
              <a:spcAft>
                <a:spcPts val="0"/>
              </a:spcAft>
              <a:buClr>
                <a:schemeClr val="accent1"/>
              </a:buClr>
              <a:buSzPts val="6000"/>
              <a:buNone/>
              <a:defRPr sz="6000">
                <a:solidFill>
                  <a:schemeClr val="accent1"/>
                </a:solidFill>
              </a:defRPr>
            </a:lvl6pPr>
            <a:lvl7pPr lvl="6" rtl="0">
              <a:spcBef>
                <a:spcPts val="0"/>
              </a:spcBef>
              <a:spcAft>
                <a:spcPts val="0"/>
              </a:spcAft>
              <a:buClr>
                <a:schemeClr val="accent1"/>
              </a:buClr>
              <a:buSzPts val="6000"/>
              <a:buNone/>
              <a:defRPr sz="6000">
                <a:solidFill>
                  <a:schemeClr val="accent1"/>
                </a:solidFill>
              </a:defRPr>
            </a:lvl7pPr>
            <a:lvl8pPr lvl="7" rtl="0">
              <a:spcBef>
                <a:spcPts val="0"/>
              </a:spcBef>
              <a:spcAft>
                <a:spcPts val="0"/>
              </a:spcAft>
              <a:buClr>
                <a:schemeClr val="accent1"/>
              </a:buClr>
              <a:buSzPts val="6000"/>
              <a:buNone/>
              <a:defRPr sz="6000">
                <a:solidFill>
                  <a:schemeClr val="accent1"/>
                </a:solidFill>
              </a:defRPr>
            </a:lvl8pPr>
            <a:lvl9pPr lvl="8" rtl="0">
              <a:spcBef>
                <a:spcPts val="0"/>
              </a:spcBef>
              <a:spcAft>
                <a:spcPts val="0"/>
              </a:spcAft>
              <a:buClr>
                <a:schemeClr val="accent1"/>
              </a:buClr>
              <a:buSzPts val="6000"/>
              <a:buNone/>
              <a:defRPr sz="6000">
                <a:solidFill>
                  <a:schemeClr val="accen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7" name="Google Shape;27;p5"/>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accent1"/>
              </a:buClr>
              <a:buSzPts val="5400"/>
              <a:buNone/>
              <a:defRPr sz="5400">
                <a:solidFill>
                  <a:schemeClr val="accent1"/>
                </a:solidFill>
              </a:defRPr>
            </a:lvl1pPr>
            <a:lvl2pPr lvl="1" rtl="0">
              <a:spcBef>
                <a:spcPts val="0"/>
              </a:spcBef>
              <a:spcAft>
                <a:spcPts val="0"/>
              </a:spcAft>
              <a:buClr>
                <a:schemeClr val="accent1"/>
              </a:buClr>
              <a:buSzPts val="5400"/>
              <a:buNone/>
              <a:defRPr sz="5400">
                <a:solidFill>
                  <a:schemeClr val="accent1"/>
                </a:solidFill>
              </a:defRPr>
            </a:lvl2pPr>
            <a:lvl3pPr lvl="2" rtl="0">
              <a:spcBef>
                <a:spcPts val="0"/>
              </a:spcBef>
              <a:spcAft>
                <a:spcPts val="0"/>
              </a:spcAft>
              <a:buClr>
                <a:schemeClr val="accent1"/>
              </a:buClr>
              <a:buSzPts val="5400"/>
              <a:buNone/>
              <a:defRPr sz="5400">
                <a:solidFill>
                  <a:schemeClr val="accent1"/>
                </a:solidFill>
              </a:defRPr>
            </a:lvl3pPr>
            <a:lvl4pPr lvl="3" rtl="0">
              <a:spcBef>
                <a:spcPts val="0"/>
              </a:spcBef>
              <a:spcAft>
                <a:spcPts val="0"/>
              </a:spcAft>
              <a:buClr>
                <a:schemeClr val="accent1"/>
              </a:buClr>
              <a:buSzPts val="5400"/>
              <a:buNone/>
              <a:defRPr sz="5400">
                <a:solidFill>
                  <a:schemeClr val="accent1"/>
                </a:solidFill>
              </a:defRPr>
            </a:lvl4pPr>
            <a:lvl5pPr lvl="4" rtl="0">
              <a:spcBef>
                <a:spcPts val="0"/>
              </a:spcBef>
              <a:spcAft>
                <a:spcPts val="0"/>
              </a:spcAft>
              <a:buClr>
                <a:schemeClr val="accent1"/>
              </a:buClr>
              <a:buSzPts val="5400"/>
              <a:buNone/>
              <a:defRPr sz="5400">
                <a:solidFill>
                  <a:schemeClr val="accent1"/>
                </a:solidFill>
              </a:defRPr>
            </a:lvl5pPr>
            <a:lvl6pPr lvl="5" rtl="0">
              <a:spcBef>
                <a:spcPts val="0"/>
              </a:spcBef>
              <a:spcAft>
                <a:spcPts val="0"/>
              </a:spcAft>
              <a:buClr>
                <a:schemeClr val="accent1"/>
              </a:buClr>
              <a:buSzPts val="5400"/>
              <a:buNone/>
              <a:defRPr sz="5400">
                <a:solidFill>
                  <a:schemeClr val="accent1"/>
                </a:solidFill>
              </a:defRPr>
            </a:lvl6pPr>
            <a:lvl7pPr lvl="6" rtl="0">
              <a:spcBef>
                <a:spcPts val="0"/>
              </a:spcBef>
              <a:spcAft>
                <a:spcPts val="0"/>
              </a:spcAft>
              <a:buClr>
                <a:schemeClr val="accent1"/>
              </a:buClr>
              <a:buSzPts val="5400"/>
              <a:buNone/>
              <a:defRPr sz="5400">
                <a:solidFill>
                  <a:schemeClr val="accent1"/>
                </a:solidFill>
              </a:defRPr>
            </a:lvl7pPr>
            <a:lvl8pPr lvl="7" rtl="0">
              <a:spcBef>
                <a:spcPts val="0"/>
              </a:spcBef>
              <a:spcAft>
                <a:spcPts val="0"/>
              </a:spcAft>
              <a:buClr>
                <a:schemeClr val="accent1"/>
              </a:buClr>
              <a:buSzPts val="5400"/>
              <a:buNone/>
              <a:defRPr sz="5400">
                <a:solidFill>
                  <a:schemeClr val="accent1"/>
                </a:solidFill>
              </a:defRPr>
            </a:lvl8pPr>
            <a:lvl9pPr lvl="8" rtl="0">
              <a:spcBef>
                <a:spcPts val="0"/>
              </a:spcBef>
              <a:spcAft>
                <a:spcPts val="0"/>
              </a:spcAft>
              <a:buClr>
                <a:schemeClr val="accent1"/>
              </a:buClr>
              <a:buSzPts val="5400"/>
              <a:buNone/>
              <a:defRPr sz="5400">
                <a:solidFill>
                  <a:schemeClr val="accent1"/>
                </a:solidFill>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6864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rmAutofit/>
          </a:bodyPr>
          <a:lstStyle>
            <a:lvl1pPr lvl="0" algn="ctr" rtl="0">
              <a:spcBef>
                <a:spcPts val="0"/>
              </a:spcBef>
              <a:spcAft>
                <a:spcPts val="0"/>
              </a:spcAft>
              <a:buClr>
                <a:schemeClr val="lt2"/>
              </a:buClr>
              <a:buSzPts val="4200"/>
              <a:buNone/>
              <a:defRPr sz="4200">
                <a:solidFill>
                  <a:schemeClr val="lt2"/>
                </a:solidFill>
              </a:defRPr>
            </a:lvl1pPr>
            <a:lvl2pPr lvl="1" algn="ctr" rtl="0">
              <a:spcBef>
                <a:spcPts val="0"/>
              </a:spcBef>
              <a:spcAft>
                <a:spcPts val="0"/>
              </a:spcAft>
              <a:buClr>
                <a:schemeClr val="lt2"/>
              </a:buClr>
              <a:buSzPts val="4200"/>
              <a:buNone/>
              <a:defRPr sz="4200">
                <a:solidFill>
                  <a:schemeClr val="lt2"/>
                </a:solidFill>
              </a:defRPr>
            </a:lvl2pPr>
            <a:lvl3pPr lvl="2" algn="ctr" rtl="0">
              <a:spcBef>
                <a:spcPts val="0"/>
              </a:spcBef>
              <a:spcAft>
                <a:spcPts val="0"/>
              </a:spcAft>
              <a:buClr>
                <a:schemeClr val="lt2"/>
              </a:buClr>
              <a:buSzPts val="4200"/>
              <a:buNone/>
              <a:defRPr sz="4200">
                <a:solidFill>
                  <a:schemeClr val="lt2"/>
                </a:solidFill>
              </a:defRPr>
            </a:lvl3pPr>
            <a:lvl4pPr lvl="3" algn="ctr" rtl="0">
              <a:spcBef>
                <a:spcPts val="0"/>
              </a:spcBef>
              <a:spcAft>
                <a:spcPts val="0"/>
              </a:spcAft>
              <a:buClr>
                <a:schemeClr val="lt2"/>
              </a:buClr>
              <a:buSzPts val="4200"/>
              <a:buNone/>
              <a:defRPr sz="4200">
                <a:solidFill>
                  <a:schemeClr val="lt2"/>
                </a:solidFill>
              </a:defRPr>
            </a:lvl4pPr>
            <a:lvl5pPr lvl="4" algn="ctr" rtl="0">
              <a:spcBef>
                <a:spcPts val="0"/>
              </a:spcBef>
              <a:spcAft>
                <a:spcPts val="0"/>
              </a:spcAft>
              <a:buClr>
                <a:schemeClr val="lt2"/>
              </a:buClr>
              <a:buSzPts val="4200"/>
              <a:buNone/>
              <a:defRPr sz="4200">
                <a:solidFill>
                  <a:schemeClr val="lt2"/>
                </a:solidFill>
              </a:defRPr>
            </a:lvl5pPr>
            <a:lvl6pPr lvl="5" algn="ctr" rtl="0">
              <a:spcBef>
                <a:spcPts val="0"/>
              </a:spcBef>
              <a:spcAft>
                <a:spcPts val="0"/>
              </a:spcAft>
              <a:buClr>
                <a:schemeClr val="lt2"/>
              </a:buClr>
              <a:buSzPts val="4200"/>
              <a:buNone/>
              <a:defRPr sz="4200">
                <a:solidFill>
                  <a:schemeClr val="lt2"/>
                </a:solidFill>
              </a:defRPr>
            </a:lvl6pPr>
            <a:lvl7pPr lvl="6" algn="ctr" rtl="0">
              <a:spcBef>
                <a:spcPts val="0"/>
              </a:spcBef>
              <a:spcAft>
                <a:spcPts val="0"/>
              </a:spcAft>
              <a:buClr>
                <a:schemeClr val="lt2"/>
              </a:buClr>
              <a:buSzPts val="4200"/>
              <a:buNone/>
              <a:defRPr sz="4200">
                <a:solidFill>
                  <a:schemeClr val="lt2"/>
                </a:solidFill>
              </a:defRPr>
            </a:lvl7pPr>
            <a:lvl8pPr lvl="7" algn="ctr" rtl="0">
              <a:spcBef>
                <a:spcPts val="0"/>
              </a:spcBef>
              <a:spcAft>
                <a:spcPts val="0"/>
              </a:spcAft>
              <a:buClr>
                <a:schemeClr val="lt2"/>
              </a:buClr>
              <a:buSzPts val="4200"/>
              <a:buNone/>
              <a:defRPr sz="4200">
                <a:solidFill>
                  <a:schemeClr val="lt2"/>
                </a:solidFill>
              </a:defRPr>
            </a:lvl8pPr>
            <a:lvl9pPr lvl="8" algn="ctr" rtl="0">
              <a:spcBef>
                <a:spcPts val="0"/>
              </a:spcBef>
              <a:spcAft>
                <a:spcPts val="0"/>
              </a:spcAft>
              <a:buClr>
                <a:schemeClr val="lt2"/>
              </a:buClr>
              <a:buSzPts val="4200"/>
              <a:buNone/>
              <a:defRPr sz="4200">
                <a:solidFill>
                  <a:schemeClr val="lt2"/>
                </a:solidFill>
              </a:defRPr>
            </a:lvl9pPr>
          </a:lstStyle>
          <a:p>
            <a:endParaRPr/>
          </a:p>
        </p:txBody>
      </p:sp>
      <p:sp>
        <p:nvSpPr>
          <p:cNvPr id="43" name="Google Shape;43;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Clr>
                <a:schemeClr val="accent1"/>
              </a:buClr>
              <a:buSzPts val="1800"/>
              <a:buChar char="●"/>
              <a:defRPr>
                <a:solidFill>
                  <a:schemeClr val="accent1"/>
                </a:solidFill>
              </a:defRPr>
            </a:lvl1pPr>
            <a:lvl2pPr marL="914400" lvl="1" indent="-317500" rtl="0">
              <a:spcBef>
                <a:spcPts val="0"/>
              </a:spcBef>
              <a:spcAft>
                <a:spcPts val="0"/>
              </a:spcAft>
              <a:buClr>
                <a:schemeClr val="accent1"/>
              </a:buClr>
              <a:buSzPts val="1400"/>
              <a:buChar char="○"/>
              <a:defRPr>
                <a:solidFill>
                  <a:schemeClr val="accent1"/>
                </a:solidFill>
              </a:defRPr>
            </a:lvl2pPr>
            <a:lvl3pPr marL="1371600" lvl="2" indent="-317500" rtl="0">
              <a:spcBef>
                <a:spcPts val="0"/>
              </a:spcBef>
              <a:spcAft>
                <a:spcPts val="0"/>
              </a:spcAft>
              <a:buClr>
                <a:schemeClr val="accent1"/>
              </a:buClr>
              <a:buSzPts val="1400"/>
              <a:buChar char="■"/>
              <a:defRPr>
                <a:solidFill>
                  <a:schemeClr val="accent1"/>
                </a:solidFill>
              </a:defRPr>
            </a:lvl3pPr>
            <a:lvl4pPr marL="1828800" lvl="3" indent="-317500" rtl="0">
              <a:spcBef>
                <a:spcPts val="0"/>
              </a:spcBef>
              <a:spcAft>
                <a:spcPts val="0"/>
              </a:spcAft>
              <a:buClr>
                <a:schemeClr val="accent1"/>
              </a:buClr>
              <a:buSzPts val="1400"/>
              <a:buChar char="●"/>
              <a:defRPr>
                <a:solidFill>
                  <a:schemeClr val="accent1"/>
                </a:solidFill>
              </a:defRPr>
            </a:lvl4pPr>
            <a:lvl5pPr marL="2286000" lvl="4" indent="-317500" rtl="0">
              <a:spcBef>
                <a:spcPts val="0"/>
              </a:spcBef>
              <a:spcAft>
                <a:spcPts val="0"/>
              </a:spcAft>
              <a:buClr>
                <a:schemeClr val="accent1"/>
              </a:buClr>
              <a:buSzPts val="1400"/>
              <a:buChar char="○"/>
              <a:defRPr>
                <a:solidFill>
                  <a:schemeClr val="accent1"/>
                </a:solidFill>
              </a:defRPr>
            </a:lvl5pPr>
            <a:lvl6pPr marL="2743200" lvl="5" indent="-317500" rtl="0">
              <a:spcBef>
                <a:spcPts val="0"/>
              </a:spcBef>
              <a:spcAft>
                <a:spcPts val="0"/>
              </a:spcAft>
              <a:buClr>
                <a:schemeClr val="accent1"/>
              </a:buClr>
              <a:buSzPts val="1400"/>
              <a:buChar char="■"/>
              <a:defRPr>
                <a:solidFill>
                  <a:schemeClr val="accent1"/>
                </a:solidFill>
              </a:defRPr>
            </a:lvl6pPr>
            <a:lvl7pPr marL="3200400" lvl="6" indent="-317500" rtl="0">
              <a:spcBef>
                <a:spcPts val="0"/>
              </a:spcBef>
              <a:spcAft>
                <a:spcPts val="0"/>
              </a:spcAft>
              <a:buClr>
                <a:schemeClr val="accent1"/>
              </a:buClr>
              <a:buSzPts val="1400"/>
              <a:buChar char="●"/>
              <a:defRPr>
                <a:solidFill>
                  <a:schemeClr val="accent1"/>
                </a:solidFill>
              </a:defRPr>
            </a:lvl7pPr>
            <a:lvl8pPr marL="3657600" lvl="7" indent="-317500" rtl="0">
              <a:spcBef>
                <a:spcPts val="0"/>
              </a:spcBef>
              <a:spcAft>
                <a:spcPts val="0"/>
              </a:spcAft>
              <a:buClr>
                <a:schemeClr val="accent1"/>
              </a:buClr>
              <a:buSzPts val="1400"/>
              <a:buChar char="○"/>
              <a:defRPr>
                <a:solidFill>
                  <a:schemeClr val="accent1"/>
                </a:solidFill>
              </a:defRPr>
            </a:lvl8pPr>
            <a:lvl9pPr marL="4114800" lvl="8" indent="-317500" rtl="0">
              <a:spcBef>
                <a:spcPts val="0"/>
              </a:spcBef>
              <a:spcAft>
                <a:spcPts val="0"/>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4000"/>
              <a:buNone/>
              <a:defRPr sz="14000" b="1"/>
            </a:lvl1pPr>
            <a:lvl2pPr lvl="1" algn="ctr" rtl="0">
              <a:spcBef>
                <a:spcPts val="0"/>
              </a:spcBef>
              <a:spcAft>
                <a:spcPts val="0"/>
              </a:spcAft>
              <a:buSzPts val="14000"/>
              <a:buNone/>
              <a:defRPr sz="14000" b="1"/>
            </a:lvl2pPr>
            <a:lvl3pPr lvl="2" algn="ctr" rtl="0">
              <a:spcBef>
                <a:spcPts val="0"/>
              </a:spcBef>
              <a:spcAft>
                <a:spcPts val="0"/>
              </a:spcAft>
              <a:buSzPts val="14000"/>
              <a:buNone/>
              <a:defRPr sz="14000" b="1"/>
            </a:lvl3pPr>
            <a:lvl4pPr lvl="3" algn="ctr" rtl="0">
              <a:spcBef>
                <a:spcPts val="0"/>
              </a:spcBef>
              <a:spcAft>
                <a:spcPts val="0"/>
              </a:spcAft>
              <a:buSzPts val="14000"/>
              <a:buNone/>
              <a:defRPr sz="14000" b="1"/>
            </a:lvl4pPr>
            <a:lvl5pPr lvl="4" algn="ctr" rtl="0">
              <a:spcBef>
                <a:spcPts val="0"/>
              </a:spcBef>
              <a:spcAft>
                <a:spcPts val="0"/>
              </a:spcAft>
              <a:buSzPts val="14000"/>
              <a:buNone/>
              <a:defRPr sz="14000" b="1"/>
            </a:lvl5pPr>
            <a:lvl6pPr lvl="5" algn="ctr" rtl="0">
              <a:spcBef>
                <a:spcPts val="0"/>
              </a:spcBef>
              <a:spcAft>
                <a:spcPts val="0"/>
              </a:spcAft>
              <a:buSzPts val="14000"/>
              <a:buNone/>
              <a:defRPr sz="14000" b="1"/>
            </a:lvl6pPr>
            <a:lvl7pPr lvl="6" algn="ctr" rtl="0">
              <a:spcBef>
                <a:spcPts val="0"/>
              </a:spcBef>
              <a:spcAft>
                <a:spcPts val="0"/>
              </a:spcAft>
              <a:buSzPts val="14000"/>
              <a:buNone/>
              <a:defRPr sz="14000" b="1"/>
            </a:lvl7pPr>
            <a:lvl8pPr lvl="7" algn="ctr" rtl="0">
              <a:spcBef>
                <a:spcPts val="0"/>
              </a:spcBef>
              <a:spcAft>
                <a:spcPts val="0"/>
              </a:spcAft>
              <a:buSzPts val="14000"/>
              <a:buNone/>
              <a:defRPr sz="14000" b="1"/>
            </a:lvl8pPr>
            <a:lvl9pPr lvl="8" algn="ctr" rtl="0">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rtl="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rtl="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rtl="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rtl="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rtl="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rtl="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rtl="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rtl="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1"/>
                </a:solidFill>
                <a:latin typeface="Old Standard TT"/>
                <a:ea typeface="Old Standard TT"/>
                <a:cs typeface="Old Standard TT"/>
                <a:sym typeface="Old Standard TT"/>
              </a:defRPr>
            </a:lvl1pPr>
            <a:lvl2pPr lvl="1" algn="r" rtl="0">
              <a:buNone/>
              <a:defRPr sz="1000">
                <a:solidFill>
                  <a:schemeClr val="dk1"/>
                </a:solidFill>
                <a:latin typeface="Old Standard TT"/>
                <a:ea typeface="Old Standard TT"/>
                <a:cs typeface="Old Standard TT"/>
                <a:sym typeface="Old Standard TT"/>
              </a:defRPr>
            </a:lvl2pPr>
            <a:lvl3pPr lvl="2" algn="r" rtl="0">
              <a:buNone/>
              <a:defRPr sz="1000">
                <a:solidFill>
                  <a:schemeClr val="dk1"/>
                </a:solidFill>
                <a:latin typeface="Old Standard TT"/>
                <a:ea typeface="Old Standard TT"/>
                <a:cs typeface="Old Standard TT"/>
                <a:sym typeface="Old Standard TT"/>
              </a:defRPr>
            </a:lvl3pPr>
            <a:lvl4pPr lvl="3" algn="r" rtl="0">
              <a:buNone/>
              <a:defRPr sz="1000">
                <a:solidFill>
                  <a:schemeClr val="dk1"/>
                </a:solidFill>
                <a:latin typeface="Old Standard TT"/>
                <a:ea typeface="Old Standard TT"/>
                <a:cs typeface="Old Standard TT"/>
                <a:sym typeface="Old Standard TT"/>
              </a:defRPr>
            </a:lvl4pPr>
            <a:lvl5pPr lvl="4" algn="r" rtl="0">
              <a:buNone/>
              <a:defRPr sz="1000">
                <a:solidFill>
                  <a:schemeClr val="dk1"/>
                </a:solidFill>
                <a:latin typeface="Old Standard TT"/>
                <a:ea typeface="Old Standard TT"/>
                <a:cs typeface="Old Standard TT"/>
                <a:sym typeface="Old Standard TT"/>
              </a:defRPr>
            </a:lvl5pPr>
            <a:lvl6pPr lvl="5" algn="r" rtl="0">
              <a:buNone/>
              <a:defRPr sz="1000">
                <a:solidFill>
                  <a:schemeClr val="dk1"/>
                </a:solidFill>
                <a:latin typeface="Old Standard TT"/>
                <a:ea typeface="Old Standard TT"/>
                <a:cs typeface="Old Standard TT"/>
                <a:sym typeface="Old Standard TT"/>
              </a:defRPr>
            </a:lvl6pPr>
            <a:lvl7pPr lvl="6" algn="r" rtl="0">
              <a:buNone/>
              <a:defRPr sz="1000">
                <a:solidFill>
                  <a:schemeClr val="dk1"/>
                </a:solidFill>
                <a:latin typeface="Old Standard TT"/>
                <a:ea typeface="Old Standard TT"/>
                <a:cs typeface="Old Standard TT"/>
                <a:sym typeface="Old Standard TT"/>
              </a:defRPr>
            </a:lvl7pPr>
            <a:lvl8pPr lvl="7" algn="r" rtl="0">
              <a:buNone/>
              <a:defRPr sz="1000">
                <a:solidFill>
                  <a:schemeClr val="dk1"/>
                </a:solidFill>
                <a:latin typeface="Old Standard TT"/>
                <a:ea typeface="Old Standard TT"/>
                <a:cs typeface="Old Standard TT"/>
                <a:sym typeface="Old Standard TT"/>
              </a:defRPr>
            </a:lvl8pPr>
            <a:lvl9pPr lvl="8" algn="r" rtl="0">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hyperlink" Target="https://www.kaggle.com/c/cassava-leaf-disease-classification"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hyperlink" Target="https://www.kaggle.com/c/cassava-leaf-disease-classification/"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b="1"/>
              <a:t>Cassava Leaf Disease Classification using Transfer Learning</a:t>
            </a:r>
            <a:endParaRPr b="1"/>
          </a:p>
        </p:txBody>
      </p:sp>
      <p:sp>
        <p:nvSpPr>
          <p:cNvPr id="60" name="Google Shape;60;p13"/>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dirty="0">
                <a:solidFill>
                  <a:schemeClr val="accent1"/>
                </a:solidFill>
              </a:rPr>
              <a:t>Manas Ranjan Sahoo</a:t>
            </a:r>
            <a:endParaRPr sz="1500" dirty="0">
              <a:solidFill>
                <a:schemeClr val="accent1"/>
              </a:solidFill>
            </a:endParaRPr>
          </a:p>
          <a:p>
            <a:pPr marL="0" lvl="0" indent="0" algn="l" rtl="0">
              <a:spcBef>
                <a:spcPts val="0"/>
              </a:spcBef>
              <a:spcAft>
                <a:spcPts val="0"/>
              </a:spcAft>
              <a:buNone/>
            </a:pPr>
            <a:endParaRPr sz="1500"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265500" y="335325"/>
            <a:ext cx="4045200" cy="7725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3800" b="1"/>
              <a:t>Cassava</a:t>
            </a:r>
            <a:endParaRPr sz="3800" b="1"/>
          </a:p>
        </p:txBody>
      </p:sp>
      <p:sp>
        <p:nvSpPr>
          <p:cNvPr id="66" name="Google Shape;66;p14"/>
          <p:cNvSpPr txBox="1">
            <a:spLocks noGrp="1"/>
          </p:cNvSpPr>
          <p:nvPr>
            <p:ph type="subTitle" idx="1"/>
          </p:nvPr>
        </p:nvSpPr>
        <p:spPr>
          <a:xfrm>
            <a:off x="265500" y="1047300"/>
            <a:ext cx="4045200" cy="585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i="1"/>
              <a:t>Manihot esculenta</a:t>
            </a:r>
            <a:endParaRPr i="1"/>
          </a:p>
        </p:txBody>
      </p:sp>
      <p:sp>
        <p:nvSpPr>
          <p:cNvPr id="67" name="Google Shape;67;p14"/>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p>
            <a:pPr marL="457200" lvl="0" indent="-342900" algn="just" rtl="0">
              <a:spcBef>
                <a:spcPts val="0"/>
              </a:spcBef>
              <a:spcAft>
                <a:spcPts val="0"/>
              </a:spcAft>
              <a:buSzPts val="1800"/>
              <a:buChar char="●"/>
            </a:pPr>
            <a:r>
              <a:rPr lang="en"/>
              <a:t>A tuberous woody shrub native to South America.</a:t>
            </a:r>
            <a:endParaRPr/>
          </a:p>
          <a:p>
            <a:pPr marL="457200" lvl="0" indent="-342900" algn="just" rtl="0">
              <a:spcBef>
                <a:spcPts val="0"/>
              </a:spcBef>
              <a:spcAft>
                <a:spcPts val="0"/>
              </a:spcAft>
              <a:buSzPts val="1800"/>
              <a:buChar char="●"/>
            </a:pPr>
            <a:r>
              <a:rPr lang="en"/>
              <a:t>Commonly grown throughout the tropical and subtropical regions of the world.</a:t>
            </a:r>
            <a:endParaRPr/>
          </a:p>
          <a:p>
            <a:pPr marL="457200" lvl="0" indent="-342900" algn="just" rtl="0">
              <a:spcBef>
                <a:spcPts val="0"/>
              </a:spcBef>
              <a:spcAft>
                <a:spcPts val="0"/>
              </a:spcAft>
              <a:buSzPts val="1800"/>
              <a:buChar char="●"/>
            </a:pPr>
            <a:r>
              <a:rPr lang="en"/>
              <a:t>Very good source of energy and rich in carbohydrates.</a:t>
            </a:r>
            <a:endParaRPr/>
          </a:p>
        </p:txBody>
      </p:sp>
      <p:pic>
        <p:nvPicPr>
          <p:cNvPr id="68" name="Google Shape;68;p14"/>
          <p:cNvPicPr preferRelativeResize="0"/>
          <p:nvPr/>
        </p:nvPicPr>
        <p:blipFill>
          <a:blip r:embed="rId3">
            <a:alphaModFix/>
          </a:blip>
          <a:stretch>
            <a:fillRect/>
          </a:stretch>
        </p:blipFill>
        <p:spPr>
          <a:xfrm>
            <a:off x="535175" y="1789900"/>
            <a:ext cx="3505850" cy="26293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5"/>
          <p:cNvSpPr txBox="1">
            <a:spLocks noGrp="1"/>
          </p:cNvSpPr>
          <p:nvPr>
            <p:ph type="title"/>
          </p:nvPr>
        </p:nvSpPr>
        <p:spPr>
          <a:xfrm>
            <a:off x="274150" y="1905150"/>
            <a:ext cx="4045200" cy="1333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b="1"/>
              <a:t>Importance of Cassava</a:t>
            </a:r>
            <a:endParaRPr b="1"/>
          </a:p>
        </p:txBody>
      </p:sp>
      <p:sp>
        <p:nvSpPr>
          <p:cNvPr id="74" name="Google Shape;74;p15"/>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p>
            <a:pPr marL="457200" lvl="0" indent="-342900" algn="just" rtl="0">
              <a:spcBef>
                <a:spcPts val="0"/>
              </a:spcBef>
              <a:spcAft>
                <a:spcPts val="0"/>
              </a:spcAft>
              <a:buSzPts val="1800"/>
              <a:buChar char="●"/>
            </a:pPr>
            <a:r>
              <a:rPr lang="en"/>
              <a:t>Third-largest source of food carbohydrates in the tropics, after rice and maize.</a:t>
            </a:r>
            <a:endParaRPr/>
          </a:p>
          <a:p>
            <a:pPr marL="457200" lvl="0" indent="-342900" algn="just" rtl="0">
              <a:spcBef>
                <a:spcPts val="0"/>
              </a:spcBef>
              <a:spcAft>
                <a:spcPts val="0"/>
              </a:spcAft>
              <a:buSzPts val="1800"/>
              <a:buChar char="●"/>
            </a:pPr>
            <a:r>
              <a:rPr lang="en"/>
              <a:t>Major staple food in the developing countries, providing a basic diet for over half a billion people.</a:t>
            </a:r>
            <a:endParaRPr/>
          </a:p>
          <a:p>
            <a:pPr marL="457200" lvl="0" indent="-342900" algn="just" rtl="0">
              <a:spcBef>
                <a:spcPts val="0"/>
              </a:spcBef>
              <a:spcAft>
                <a:spcPts val="0"/>
              </a:spcAft>
              <a:buSzPts val="1800"/>
              <a:buChar char="●"/>
            </a:pPr>
            <a:r>
              <a:rPr lang="en"/>
              <a:t>One of the most drought-tolerant crops, capable of growing on soils with low rainfall.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282800" y="1610100"/>
            <a:ext cx="4045200" cy="19233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b="1"/>
              <a:t>Some major diseases affecting Cassava</a:t>
            </a:r>
            <a:endParaRPr b="1"/>
          </a:p>
        </p:txBody>
      </p:sp>
      <p:sp>
        <p:nvSpPr>
          <p:cNvPr id="80" name="Google Shape;80;p16"/>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1400" b="1"/>
              <a:t>Cassava Bacterial Blight (CBB)</a:t>
            </a:r>
            <a:r>
              <a:rPr lang="en" sz="1400"/>
              <a:t> - </a:t>
            </a:r>
            <a:r>
              <a:rPr lang="en" sz="1400" i="1"/>
              <a:t>Xanthomonas axonopodis pv. Manihotis</a:t>
            </a:r>
            <a:r>
              <a:rPr lang="en" sz="1400"/>
              <a:t>.</a:t>
            </a:r>
            <a:endParaRPr sz="1400"/>
          </a:p>
          <a:p>
            <a:pPr marL="0" lvl="0" indent="0" algn="l" rtl="0">
              <a:spcBef>
                <a:spcPts val="1200"/>
              </a:spcBef>
              <a:spcAft>
                <a:spcPts val="0"/>
              </a:spcAft>
              <a:buNone/>
            </a:pPr>
            <a:r>
              <a:rPr lang="en" sz="1400" b="1"/>
              <a:t>Cassava Brown Streak Disease (CBSD)</a:t>
            </a:r>
            <a:r>
              <a:rPr lang="en" sz="1400"/>
              <a:t> - Cassava Brown Streak Virus (CBSV) and Ugandan Cassava Brown Streak Virus (UCBSV), belonging to the </a:t>
            </a:r>
            <a:r>
              <a:rPr lang="en" sz="1400" i="1"/>
              <a:t>Potyviridae</a:t>
            </a:r>
            <a:r>
              <a:rPr lang="en" sz="1400"/>
              <a:t> family.</a:t>
            </a:r>
            <a:endParaRPr sz="1400"/>
          </a:p>
          <a:p>
            <a:pPr marL="0" lvl="0" indent="0" algn="l" rtl="0">
              <a:spcBef>
                <a:spcPts val="1200"/>
              </a:spcBef>
              <a:spcAft>
                <a:spcPts val="0"/>
              </a:spcAft>
              <a:buNone/>
            </a:pPr>
            <a:r>
              <a:rPr lang="en" sz="1400" b="1"/>
              <a:t>Cassava Green Mottle (CGM)</a:t>
            </a:r>
            <a:r>
              <a:rPr lang="en" sz="1400"/>
              <a:t> - Cassava Green Mottle Virus (CGMV), which belongs to the </a:t>
            </a:r>
            <a:r>
              <a:rPr lang="en" sz="1400" i="1"/>
              <a:t>Secoviridae</a:t>
            </a:r>
            <a:r>
              <a:rPr lang="en" sz="1400"/>
              <a:t> family.</a:t>
            </a:r>
            <a:endParaRPr sz="1400"/>
          </a:p>
          <a:p>
            <a:pPr marL="0" lvl="0" indent="0" algn="l" rtl="0">
              <a:spcBef>
                <a:spcPts val="1200"/>
              </a:spcBef>
              <a:spcAft>
                <a:spcPts val="1200"/>
              </a:spcAft>
              <a:buNone/>
            </a:pPr>
            <a:r>
              <a:rPr lang="en" sz="1400" b="1"/>
              <a:t>Cassava Mosaic Disease (CMD)</a:t>
            </a:r>
            <a:r>
              <a:rPr lang="en" sz="1400"/>
              <a:t> - Cassava Mosaic Virus (CMV), a generic term for many virus species in the </a:t>
            </a:r>
            <a:r>
              <a:rPr lang="en" sz="1400" i="1"/>
              <a:t>Geminiviridae</a:t>
            </a:r>
            <a:r>
              <a:rPr lang="en" sz="1400"/>
              <a:t> family.</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265500" y="1576050"/>
            <a:ext cx="4045200" cy="19914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b="1"/>
              <a:t>Current disease identification methods</a:t>
            </a:r>
            <a:endParaRPr b="1"/>
          </a:p>
        </p:txBody>
      </p:sp>
      <p:sp>
        <p:nvSpPr>
          <p:cNvPr id="86" name="Google Shape;86;p17"/>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lnSpcReduction="10000"/>
          </a:bodyPr>
          <a:lstStyle/>
          <a:p>
            <a:pPr marL="457200" lvl="0" indent="-342900" algn="just" rtl="0">
              <a:spcBef>
                <a:spcPts val="0"/>
              </a:spcBef>
              <a:spcAft>
                <a:spcPts val="0"/>
              </a:spcAft>
              <a:buSzPts val="1800"/>
              <a:buChar char="●"/>
            </a:pPr>
            <a:r>
              <a:rPr lang="en"/>
              <a:t>Existing methods of disease detection require farmers to solicit the help of government-funded agricultural experts to visually inspect and diagnose the plants. </a:t>
            </a:r>
            <a:endParaRPr/>
          </a:p>
          <a:p>
            <a:pPr marL="457200" lvl="0" indent="-342900" algn="just" rtl="0">
              <a:spcBef>
                <a:spcPts val="0"/>
              </a:spcBef>
              <a:spcAft>
                <a:spcPts val="0"/>
              </a:spcAft>
              <a:buSzPts val="1800"/>
              <a:buChar char="●"/>
            </a:pPr>
            <a:r>
              <a:rPr lang="en"/>
              <a:t>This is a labor-intensive, low-supply and costly process.</a:t>
            </a:r>
            <a:endParaRPr/>
          </a:p>
          <a:p>
            <a:pPr marL="457200" lvl="0" indent="-342900" algn="just" rtl="0">
              <a:spcBef>
                <a:spcPts val="0"/>
              </a:spcBef>
              <a:spcAft>
                <a:spcPts val="0"/>
              </a:spcAft>
              <a:buSzPts val="1800"/>
              <a:buChar char="●"/>
            </a:pPr>
            <a:r>
              <a:rPr lang="en"/>
              <a:t>As a result, an intelligent system for early and precise identification of plant diseases is required.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500" b="1">
                <a:solidFill>
                  <a:schemeClr val="lt1"/>
                </a:solidFill>
              </a:rPr>
              <a:t>Objective</a:t>
            </a:r>
            <a:endParaRPr sz="3500" b="1">
              <a:solidFill>
                <a:schemeClr val="lt1"/>
              </a:solidFill>
            </a:endParaRPr>
          </a:p>
        </p:txBody>
      </p:sp>
      <p:sp>
        <p:nvSpPr>
          <p:cNvPr id="92" name="Google Shape;92;p18"/>
          <p:cNvSpPr txBox="1">
            <a:spLocks noGrp="1"/>
          </p:cNvSpPr>
          <p:nvPr>
            <p:ph type="body" idx="1"/>
          </p:nvPr>
        </p:nvSpPr>
        <p:spPr>
          <a:xfrm>
            <a:off x="311700" y="1171675"/>
            <a:ext cx="3999900" cy="35670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r>
              <a:rPr lang="en" sz="1800">
                <a:solidFill>
                  <a:schemeClr val="accent1"/>
                </a:solidFill>
              </a:rPr>
              <a:t>This study is aimed at classifying cassava image into four disease categories (CBB, CBSD, CGM and CMD) or a fifth category indicating a healthy leaf, using a dataset of 21,397 labeled images collected during a regular survey in Uganda, by applying transfer learning technique on </a:t>
            </a:r>
            <a:r>
              <a:rPr lang="en" sz="1800" b="1">
                <a:solidFill>
                  <a:schemeClr val="accent1"/>
                </a:solidFill>
              </a:rPr>
              <a:t>EfficientNet</a:t>
            </a:r>
            <a:r>
              <a:rPr lang="en" sz="1800">
                <a:solidFill>
                  <a:schemeClr val="accent1"/>
                </a:solidFill>
              </a:rPr>
              <a:t>, a state-of-the-art deep convolutional neural network model.</a:t>
            </a:r>
            <a:endParaRPr sz="1800">
              <a:solidFill>
                <a:schemeClr val="accent1"/>
              </a:solidFill>
            </a:endParaRPr>
          </a:p>
        </p:txBody>
      </p:sp>
      <p:pic>
        <p:nvPicPr>
          <p:cNvPr id="93" name="Google Shape;93;p18"/>
          <p:cNvPicPr preferRelativeResize="0"/>
          <p:nvPr/>
        </p:nvPicPr>
        <p:blipFill>
          <a:blip r:embed="rId3">
            <a:alphaModFix/>
          </a:blip>
          <a:stretch>
            <a:fillRect/>
          </a:stretch>
        </p:blipFill>
        <p:spPr>
          <a:xfrm>
            <a:off x="4705150" y="2386275"/>
            <a:ext cx="4127100" cy="2352447"/>
          </a:xfrm>
          <a:prstGeom prst="rect">
            <a:avLst/>
          </a:prstGeom>
          <a:noFill/>
          <a:ln>
            <a:noFill/>
          </a:ln>
        </p:spPr>
      </p:pic>
      <p:pic>
        <p:nvPicPr>
          <p:cNvPr id="94" name="Google Shape;94;p18"/>
          <p:cNvPicPr preferRelativeResize="0"/>
          <p:nvPr/>
        </p:nvPicPr>
        <p:blipFill>
          <a:blip r:embed="rId4">
            <a:alphaModFix/>
          </a:blip>
          <a:stretch>
            <a:fillRect/>
          </a:stretch>
        </p:blipFill>
        <p:spPr>
          <a:xfrm>
            <a:off x="4705150" y="257488"/>
            <a:ext cx="2035800" cy="2066925"/>
          </a:xfrm>
          <a:prstGeom prst="rect">
            <a:avLst/>
          </a:prstGeom>
          <a:noFill/>
          <a:ln>
            <a:noFill/>
          </a:ln>
        </p:spPr>
      </p:pic>
      <p:pic>
        <p:nvPicPr>
          <p:cNvPr id="95" name="Google Shape;95;p18"/>
          <p:cNvPicPr preferRelativeResize="0"/>
          <p:nvPr/>
        </p:nvPicPr>
        <p:blipFill>
          <a:blip r:embed="rId5">
            <a:alphaModFix/>
          </a:blip>
          <a:stretch>
            <a:fillRect/>
          </a:stretch>
        </p:blipFill>
        <p:spPr>
          <a:xfrm>
            <a:off x="6796500" y="257500"/>
            <a:ext cx="2035800" cy="2066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9"/>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Related work</a:t>
            </a:r>
            <a:endParaRPr b="1"/>
          </a:p>
        </p:txBody>
      </p:sp>
      <p:sp>
        <p:nvSpPr>
          <p:cNvPr id="101" name="Google Shape;101;p19"/>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Sangbamrung, I. et al., (2020) developed a system that performs both classification and object detection on the cassava leaf images dataset. For this, a CNN classification model to classify cassava leaf images as healthy and unhealthy and a faster R-CNN detection model for detecting the affected part of the unhealthy leaves were developed. After detecting the unhealthy part, another CNN classification model was developed to classify the leaves as CBSD and not CBSD.</a:t>
            </a:r>
            <a:endParaRPr sz="1600"/>
          </a:p>
          <a:p>
            <a:pPr marL="457200" lvl="0" indent="-330200" algn="l" rtl="0">
              <a:spcBef>
                <a:spcPts val="0"/>
              </a:spcBef>
              <a:spcAft>
                <a:spcPts val="0"/>
              </a:spcAft>
              <a:buSzPts val="1600"/>
              <a:buChar char="●"/>
            </a:pPr>
            <a:r>
              <a:rPr lang="en" sz="1600"/>
              <a:t>Sambasivam, G., &amp; Opiyo, G. D. (2021) developed a CNN model from scratch to detect and classify cassava leaf disease images into 5 categories – 4 diseases and healthy. Since the size of the dataset was small and also had a high class-imbalance with a heavy bias towards 2 disease classes, the authors applied various techniques such as SMOTE, modifying class weight, image augmentation to overcome these challenges.</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0"/>
          <p:cNvSpPr txBox="1">
            <a:spLocks noGrp="1"/>
          </p:cNvSpPr>
          <p:nvPr>
            <p:ph type="title"/>
          </p:nvPr>
        </p:nvSpPr>
        <p:spPr>
          <a:xfrm>
            <a:off x="265500" y="1905150"/>
            <a:ext cx="4045200" cy="1333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b="1"/>
              <a:t>Shortcomings in existing methods</a:t>
            </a:r>
            <a:endParaRPr b="1"/>
          </a:p>
        </p:txBody>
      </p:sp>
      <p:sp>
        <p:nvSpPr>
          <p:cNvPr id="107" name="Google Shape;107;p20"/>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p>
            <a:pPr marL="457200" lvl="0" indent="-342900" algn="just" rtl="0">
              <a:spcBef>
                <a:spcPts val="0"/>
              </a:spcBef>
              <a:spcAft>
                <a:spcPts val="0"/>
              </a:spcAft>
              <a:buSzPts val="1800"/>
              <a:buChar char="●"/>
            </a:pPr>
            <a:r>
              <a:rPr lang="en"/>
              <a:t>Usage of relatively smaller datasets.</a:t>
            </a:r>
            <a:endParaRPr/>
          </a:p>
          <a:p>
            <a:pPr marL="457200" lvl="0" indent="-342900" algn="just" rtl="0">
              <a:spcBef>
                <a:spcPts val="0"/>
              </a:spcBef>
              <a:spcAft>
                <a:spcPts val="0"/>
              </a:spcAft>
              <a:buSzPts val="1800"/>
              <a:buChar char="●"/>
            </a:pPr>
            <a:r>
              <a:rPr lang="en"/>
              <a:t>Convolutional Neural Networks (CNNs) were built from scratch which require large amount of resources (time and computation power).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490250" y="526350"/>
            <a:ext cx="5604000" cy="64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500" b="1"/>
              <a:t>Block Diagram</a:t>
            </a:r>
            <a:endParaRPr sz="3500" b="1"/>
          </a:p>
        </p:txBody>
      </p:sp>
      <p:pic>
        <p:nvPicPr>
          <p:cNvPr id="113" name="Google Shape;113;p21"/>
          <p:cNvPicPr preferRelativeResize="0"/>
          <p:nvPr/>
        </p:nvPicPr>
        <p:blipFill>
          <a:blip r:embed="rId3">
            <a:alphaModFix/>
          </a:blip>
          <a:stretch>
            <a:fillRect/>
          </a:stretch>
        </p:blipFill>
        <p:spPr>
          <a:xfrm>
            <a:off x="0" y="1816629"/>
            <a:ext cx="9143999" cy="176319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2"/>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b="1"/>
              <a:t>Proposed method</a:t>
            </a:r>
            <a:endParaRPr b="1"/>
          </a:p>
        </p:txBody>
      </p:sp>
      <p:sp>
        <p:nvSpPr>
          <p:cNvPr id="119" name="Google Shape;119;p22"/>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b="1"/>
              <a:t>Data Preparation</a:t>
            </a:r>
            <a:endParaRPr b="1"/>
          </a:p>
        </p:txBody>
      </p:sp>
      <p:sp>
        <p:nvSpPr>
          <p:cNvPr id="120" name="Google Shape;120;p22"/>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457200" lvl="0" indent="-323850" algn="l" rtl="0">
              <a:spcBef>
                <a:spcPts val="0"/>
              </a:spcBef>
              <a:spcAft>
                <a:spcPts val="0"/>
              </a:spcAft>
              <a:buSzPts val="1500"/>
              <a:buChar char="●"/>
            </a:pPr>
            <a:r>
              <a:rPr lang="en" sz="1500" b="1"/>
              <a:t>Resizing of images</a:t>
            </a:r>
            <a:endParaRPr sz="1500" b="1"/>
          </a:p>
          <a:p>
            <a:pPr marL="457200" lvl="0" indent="0" algn="l" rtl="0">
              <a:spcBef>
                <a:spcPts val="1200"/>
              </a:spcBef>
              <a:spcAft>
                <a:spcPts val="0"/>
              </a:spcAft>
              <a:buNone/>
            </a:pPr>
            <a:r>
              <a:rPr lang="en" sz="1500"/>
              <a:t>Original image size: 800x600</a:t>
            </a:r>
            <a:endParaRPr sz="1500"/>
          </a:p>
          <a:p>
            <a:pPr marL="457200" lvl="0" indent="0" algn="l" rtl="0">
              <a:spcBef>
                <a:spcPts val="1200"/>
              </a:spcBef>
              <a:spcAft>
                <a:spcPts val="0"/>
              </a:spcAft>
              <a:buNone/>
            </a:pPr>
            <a:r>
              <a:rPr lang="en" sz="1500"/>
              <a:t>Resized image size: 512x512</a:t>
            </a:r>
            <a:endParaRPr sz="1500"/>
          </a:p>
          <a:p>
            <a:pPr marL="457200" lvl="0" indent="-323850" algn="l" rtl="0">
              <a:spcBef>
                <a:spcPts val="1200"/>
              </a:spcBef>
              <a:spcAft>
                <a:spcPts val="0"/>
              </a:spcAft>
              <a:buSzPts val="1500"/>
              <a:buChar char="●"/>
            </a:pPr>
            <a:r>
              <a:rPr lang="en" sz="1500" b="1"/>
              <a:t>Overcoming class imbalance through Image augmentation</a:t>
            </a:r>
            <a:endParaRPr sz="1500" b="1"/>
          </a:p>
          <a:p>
            <a:pPr marL="457200" lvl="0" indent="0" algn="l" rtl="0">
              <a:spcBef>
                <a:spcPts val="1200"/>
              </a:spcBef>
              <a:spcAft>
                <a:spcPts val="0"/>
              </a:spcAft>
              <a:buNone/>
            </a:pPr>
            <a:r>
              <a:rPr lang="en" sz="1500"/>
              <a:t>Image rotation, Horizontal and Vertical flipping and shifting and shearing transformations.</a:t>
            </a:r>
            <a:endParaRPr sz="1500"/>
          </a:p>
          <a:p>
            <a:pPr marL="457200" lvl="0" indent="-323850" algn="l" rtl="0">
              <a:spcBef>
                <a:spcPts val="1200"/>
              </a:spcBef>
              <a:spcAft>
                <a:spcPts val="0"/>
              </a:spcAft>
              <a:buSzPts val="1500"/>
              <a:buChar char="●"/>
            </a:pPr>
            <a:r>
              <a:rPr lang="en" sz="1500" b="1"/>
              <a:t>Data splitting</a:t>
            </a:r>
            <a:endParaRPr sz="1500" b="1"/>
          </a:p>
          <a:p>
            <a:pPr marL="457200" lvl="0" indent="0" algn="l" rtl="0">
              <a:spcBef>
                <a:spcPts val="1200"/>
              </a:spcBef>
              <a:spcAft>
                <a:spcPts val="0"/>
              </a:spcAft>
              <a:buNone/>
            </a:pPr>
            <a:r>
              <a:rPr lang="en" sz="1500"/>
              <a:t>80% of the images - training.</a:t>
            </a:r>
            <a:endParaRPr sz="1500"/>
          </a:p>
          <a:p>
            <a:pPr marL="457200" lvl="0" indent="0" algn="l" rtl="0">
              <a:spcBef>
                <a:spcPts val="1200"/>
              </a:spcBef>
              <a:spcAft>
                <a:spcPts val="0"/>
              </a:spcAft>
              <a:buNone/>
            </a:pPr>
            <a:r>
              <a:rPr lang="en" sz="1500"/>
              <a:t>20% of the images - validation.</a:t>
            </a:r>
            <a:endParaRPr sz="1500"/>
          </a:p>
          <a:p>
            <a:pPr marL="457200" lvl="0" indent="0" algn="l" rtl="0">
              <a:spcBef>
                <a:spcPts val="1200"/>
              </a:spcBef>
              <a:spcAft>
                <a:spcPts val="1200"/>
              </a:spcAft>
              <a:buNone/>
            </a:pP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24"/>
        <p:cNvGrpSpPr/>
        <p:nvPr/>
      </p:nvGrpSpPr>
      <p:grpSpPr>
        <a:xfrm>
          <a:off x="0" y="0"/>
          <a:ext cx="0" cy="0"/>
          <a:chOff x="0" y="0"/>
          <a:chExt cx="0" cy="0"/>
        </a:xfrm>
      </p:grpSpPr>
      <p:sp>
        <p:nvSpPr>
          <p:cNvPr id="125" name="Google Shape;125;p23"/>
          <p:cNvSpPr txBox="1">
            <a:spLocks noGrp="1"/>
          </p:cNvSpPr>
          <p:nvPr>
            <p:ph type="title"/>
          </p:nvPr>
        </p:nvSpPr>
        <p:spPr>
          <a:xfrm>
            <a:off x="311700" y="377050"/>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rPr>
              <a:t>Proposed method (contd.) - Modeling</a:t>
            </a:r>
            <a:endParaRPr b="1">
              <a:solidFill>
                <a:schemeClr val="lt1"/>
              </a:solidFill>
            </a:endParaRPr>
          </a:p>
        </p:txBody>
      </p:sp>
      <p:sp>
        <p:nvSpPr>
          <p:cNvPr id="126" name="Google Shape;126;p23"/>
          <p:cNvSpPr txBox="1">
            <a:spLocks noGrp="1"/>
          </p:cNvSpPr>
          <p:nvPr>
            <p:ph type="body" idx="1"/>
          </p:nvPr>
        </p:nvSpPr>
        <p:spPr>
          <a:xfrm>
            <a:off x="311700" y="1171675"/>
            <a:ext cx="4390800" cy="3397200"/>
          </a:xfrm>
          <a:prstGeom prst="rect">
            <a:avLst/>
          </a:prstGeom>
        </p:spPr>
        <p:txBody>
          <a:bodyPr spcFirstLastPara="1" wrap="square" lIns="91425" tIns="91425" rIns="91425" bIns="91425" anchor="t" anchorCtr="0">
            <a:normAutofit lnSpcReduction="10000"/>
          </a:bodyPr>
          <a:lstStyle/>
          <a:p>
            <a:pPr marL="0" lvl="0" indent="0" algn="just" rtl="0">
              <a:spcBef>
                <a:spcPts val="0"/>
              </a:spcBef>
              <a:spcAft>
                <a:spcPts val="0"/>
              </a:spcAft>
              <a:buNone/>
            </a:pPr>
            <a:r>
              <a:rPr lang="en" b="1">
                <a:solidFill>
                  <a:schemeClr val="lt1"/>
                </a:solidFill>
              </a:rPr>
              <a:t>EfficientNet</a:t>
            </a:r>
            <a:r>
              <a:rPr lang="en">
                <a:solidFill>
                  <a:schemeClr val="lt1"/>
                </a:solidFill>
              </a:rPr>
              <a:t> is a convolutional neural network architecture and scaling method that uniformly scales all dimensions of depth/width/resolution using a compound coefficient. Unlike conventional practice that arbitrary scales these factors, the EfficientNet scaling method uniformly scales network width, depth, and resolution with a set of fixed scaling coefficients.</a:t>
            </a:r>
            <a:endParaRPr b="1">
              <a:solidFill>
                <a:schemeClr val="lt1"/>
              </a:solidFill>
            </a:endParaRPr>
          </a:p>
          <a:p>
            <a:pPr marL="0" lvl="0" indent="0" algn="just" rtl="0">
              <a:spcBef>
                <a:spcPts val="1200"/>
              </a:spcBef>
              <a:spcAft>
                <a:spcPts val="0"/>
              </a:spcAft>
              <a:buNone/>
            </a:pPr>
            <a:r>
              <a:rPr lang="en" b="1">
                <a:solidFill>
                  <a:schemeClr val="lt1"/>
                </a:solidFill>
              </a:rPr>
              <a:t>EfficientNet-B0</a:t>
            </a:r>
            <a:r>
              <a:rPr lang="en">
                <a:solidFill>
                  <a:schemeClr val="lt1"/>
                </a:solidFill>
              </a:rPr>
              <a:t>, the EfficientNet family's baseline model, maximises both accuracy and FLOPS (floating point operations per second). </a:t>
            </a:r>
            <a:endParaRPr>
              <a:solidFill>
                <a:schemeClr val="lt1"/>
              </a:solidFill>
            </a:endParaRPr>
          </a:p>
          <a:p>
            <a:pPr marL="0" lvl="0" indent="0" algn="just" rtl="0">
              <a:spcBef>
                <a:spcPts val="1200"/>
              </a:spcBef>
              <a:spcAft>
                <a:spcPts val="1200"/>
              </a:spcAft>
              <a:buNone/>
            </a:pPr>
            <a:r>
              <a:rPr lang="en">
                <a:solidFill>
                  <a:schemeClr val="lt1"/>
                </a:solidFill>
              </a:rPr>
              <a:t>It includes 237 layers and 5.3M parameters. The EfficientNet-B0 network is built on MobileNetV2's MBConv mobile inverted bottleneck blocks.</a:t>
            </a:r>
            <a:endParaRPr>
              <a:solidFill>
                <a:schemeClr val="lt1"/>
              </a:solidFill>
            </a:endParaRPr>
          </a:p>
        </p:txBody>
      </p:sp>
      <p:pic>
        <p:nvPicPr>
          <p:cNvPr id="127" name="Google Shape;127;p23"/>
          <p:cNvPicPr preferRelativeResize="0"/>
          <p:nvPr/>
        </p:nvPicPr>
        <p:blipFill>
          <a:blip r:embed="rId3">
            <a:alphaModFix/>
          </a:blip>
          <a:stretch>
            <a:fillRect/>
          </a:stretch>
        </p:blipFill>
        <p:spPr>
          <a:xfrm>
            <a:off x="4944788" y="1050768"/>
            <a:ext cx="3999900" cy="1964981"/>
          </a:xfrm>
          <a:prstGeom prst="rect">
            <a:avLst/>
          </a:prstGeom>
          <a:noFill/>
          <a:ln>
            <a:noFill/>
          </a:ln>
        </p:spPr>
      </p:pic>
      <p:pic>
        <p:nvPicPr>
          <p:cNvPr id="128" name="Google Shape;128;p23"/>
          <p:cNvPicPr preferRelativeResize="0"/>
          <p:nvPr/>
        </p:nvPicPr>
        <p:blipFill>
          <a:blip r:embed="rId4">
            <a:alphaModFix/>
          </a:blip>
          <a:stretch>
            <a:fillRect/>
          </a:stretch>
        </p:blipFill>
        <p:spPr>
          <a:xfrm>
            <a:off x="5576100" y="3217775"/>
            <a:ext cx="2737299" cy="1549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Proposed method (contd.)</a:t>
            </a:r>
            <a:endParaRPr b="1"/>
          </a:p>
        </p:txBody>
      </p:sp>
      <p:sp>
        <p:nvSpPr>
          <p:cNvPr id="134" name="Google Shape;134;p24"/>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rmAutofit fontScale="92500" lnSpcReduction="10000"/>
          </a:bodyPr>
          <a:lstStyle/>
          <a:p>
            <a:pPr marL="0" lvl="0" indent="0" algn="just" rtl="0">
              <a:spcBef>
                <a:spcPts val="0"/>
              </a:spcBef>
              <a:spcAft>
                <a:spcPts val="0"/>
              </a:spcAft>
              <a:buNone/>
            </a:pPr>
            <a:r>
              <a:rPr lang="en" sz="2000" b="1"/>
              <a:t>Evaluation of performance of model</a:t>
            </a:r>
            <a:endParaRPr sz="2000" b="1"/>
          </a:p>
          <a:p>
            <a:pPr marL="0" lvl="0" indent="0" algn="just" rtl="0">
              <a:spcBef>
                <a:spcPts val="1200"/>
              </a:spcBef>
              <a:spcAft>
                <a:spcPts val="0"/>
              </a:spcAft>
              <a:buNone/>
            </a:pPr>
            <a:r>
              <a:rPr lang="en" b="1"/>
              <a:t>Accuracy (training and validation)</a:t>
            </a:r>
            <a:endParaRPr b="1"/>
          </a:p>
          <a:p>
            <a:pPr marL="0" lvl="0" indent="0" algn="just" rtl="0">
              <a:spcBef>
                <a:spcPts val="1200"/>
              </a:spcBef>
              <a:spcAft>
                <a:spcPts val="0"/>
              </a:spcAft>
              <a:buNone/>
            </a:pPr>
            <a:r>
              <a:rPr lang="en"/>
              <a:t>An accuracy metric is used to measure the algorithm’s performance in an interpretable way. It is the measure of how accurate your model's prediction is compared to the true data.</a:t>
            </a:r>
            <a:endParaRPr/>
          </a:p>
          <a:p>
            <a:pPr marL="0" lvl="0" indent="0" algn="just" rtl="0">
              <a:spcBef>
                <a:spcPts val="1200"/>
              </a:spcBef>
              <a:spcAft>
                <a:spcPts val="0"/>
              </a:spcAft>
              <a:buNone/>
            </a:pPr>
            <a:r>
              <a:rPr lang="en" b="1"/>
              <a:t>Loss (training and validation)</a:t>
            </a:r>
            <a:endParaRPr b="1"/>
          </a:p>
          <a:p>
            <a:pPr marL="0" lvl="0" indent="0" algn="just" rtl="0">
              <a:spcBef>
                <a:spcPts val="1200"/>
              </a:spcBef>
              <a:spcAft>
                <a:spcPts val="1200"/>
              </a:spcAft>
              <a:buNone/>
            </a:pPr>
            <a:r>
              <a:rPr lang="en"/>
              <a:t>A loss function is used to optimize a machine learning algorithm. It is the sum of errors made for each example in training or validation sets. Loss value implies how poorly or well a model behaves after each iteration of optimization.</a:t>
            </a:r>
            <a:endParaRPr/>
          </a:p>
        </p:txBody>
      </p:sp>
      <p:sp>
        <p:nvSpPr>
          <p:cNvPr id="135" name="Google Shape;135;p24"/>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2000" b="1"/>
              <a:t>Model deployment</a:t>
            </a:r>
            <a:endParaRPr sz="2000" b="1"/>
          </a:p>
          <a:p>
            <a:pPr marL="0" lvl="0" indent="0" algn="just" rtl="0">
              <a:spcBef>
                <a:spcPts val="1200"/>
              </a:spcBef>
              <a:spcAft>
                <a:spcPts val="0"/>
              </a:spcAft>
              <a:buNone/>
            </a:pPr>
            <a:r>
              <a:rPr lang="en" b="1"/>
              <a:t>Streamlit</a:t>
            </a:r>
            <a:r>
              <a:rPr lang="en"/>
              <a:t> is an open-source Python library that makes it easy to create and share beautiful, custom web apps for machine learning and data science.</a:t>
            </a:r>
            <a:endParaRPr/>
          </a:p>
          <a:p>
            <a:pPr marL="0" lvl="0" indent="0" algn="just" rtl="0">
              <a:spcBef>
                <a:spcPts val="1200"/>
              </a:spcBef>
              <a:spcAft>
                <a:spcPts val="1200"/>
              </a:spcAft>
              <a:buNone/>
            </a:pPr>
            <a:r>
              <a:rPr lang="en"/>
              <a:t>Streamlit lets you turn data scripts into shareable web apps. </a:t>
            </a:r>
            <a:endParaRPr/>
          </a:p>
        </p:txBody>
      </p:sp>
      <p:pic>
        <p:nvPicPr>
          <p:cNvPr id="136" name="Google Shape;136;p24"/>
          <p:cNvPicPr preferRelativeResize="0"/>
          <p:nvPr/>
        </p:nvPicPr>
        <p:blipFill>
          <a:blip r:embed="rId3">
            <a:alphaModFix/>
          </a:blip>
          <a:stretch>
            <a:fillRect/>
          </a:stretch>
        </p:blipFill>
        <p:spPr>
          <a:xfrm>
            <a:off x="5687912" y="3488046"/>
            <a:ext cx="2288874" cy="11959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Results</a:t>
            </a:r>
            <a:endParaRPr b="1"/>
          </a:p>
        </p:txBody>
      </p:sp>
      <p:sp>
        <p:nvSpPr>
          <p:cNvPr id="142" name="Google Shape;142;p25"/>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Plot of Accuracy against epochs</a:t>
            </a:r>
            <a:endParaRPr/>
          </a:p>
        </p:txBody>
      </p:sp>
      <p:sp>
        <p:nvSpPr>
          <p:cNvPr id="143" name="Google Shape;143;p25"/>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Plot of Loss against epochs</a:t>
            </a:r>
            <a:endParaRPr/>
          </a:p>
        </p:txBody>
      </p:sp>
      <p:pic>
        <p:nvPicPr>
          <p:cNvPr id="144" name="Google Shape;144;p25"/>
          <p:cNvPicPr preferRelativeResize="0"/>
          <p:nvPr/>
        </p:nvPicPr>
        <p:blipFill>
          <a:blip r:embed="rId3">
            <a:alphaModFix/>
          </a:blip>
          <a:stretch>
            <a:fillRect/>
          </a:stretch>
        </p:blipFill>
        <p:spPr>
          <a:xfrm>
            <a:off x="435850" y="1832050"/>
            <a:ext cx="3751600" cy="2621300"/>
          </a:xfrm>
          <a:prstGeom prst="rect">
            <a:avLst/>
          </a:prstGeom>
          <a:noFill/>
          <a:ln>
            <a:noFill/>
          </a:ln>
        </p:spPr>
      </p:pic>
      <p:pic>
        <p:nvPicPr>
          <p:cNvPr id="145" name="Google Shape;145;p25"/>
          <p:cNvPicPr preferRelativeResize="0"/>
          <p:nvPr/>
        </p:nvPicPr>
        <p:blipFill>
          <a:blip r:embed="rId4">
            <a:alphaModFix/>
          </a:blip>
          <a:stretch>
            <a:fillRect/>
          </a:stretch>
        </p:blipFill>
        <p:spPr>
          <a:xfrm>
            <a:off x="4956550" y="1832050"/>
            <a:ext cx="3751600" cy="26213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Results (contd.)</a:t>
            </a:r>
            <a:endParaRPr b="1"/>
          </a:p>
        </p:txBody>
      </p:sp>
      <p:sp>
        <p:nvSpPr>
          <p:cNvPr id="151" name="Google Shape;151;p26"/>
          <p:cNvSpPr txBox="1">
            <a:spLocks noGrp="1"/>
          </p:cNvSpPr>
          <p:nvPr>
            <p:ph type="body" idx="1"/>
          </p:nvPr>
        </p:nvSpPr>
        <p:spPr>
          <a:xfrm>
            <a:off x="311700" y="1171600"/>
            <a:ext cx="8520600" cy="24093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a:t>The proposed model was also made as a submission to </a:t>
            </a:r>
            <a:r>
              <a:rPr lang="en" u="sng">
                <a:solidFill>
                  <a:schemeClr val="hlink"/>
                </a:solidFill>
                <a:hlinkClick r:id="rId3"/>
              </a:rPr>
              <a:t>Cassava Leaf Disease Classification</a:t>
            </a:r>
            <a:r>
              <a:rPr lang="en"/>
              <a:t>, the Kaggle Research Code Competition whose dataset was used in this study. Submissions were evaluated based on their categorization accuracy. The test set roughly contains 15,000 images.</a:t>
            </a:r>
            <a:endParaRPr/>
          </a:p>
          <a:p>
            <a:pPr marL="0" lvl="0" indent="0" algn="just" rtl="0">
              <a:spcBef>
                <a:spcPts val="1200"/>
              </a:spcBef>
              <a:spcAft>
                <a:spcPts val="0"/>
              </a:spcAft>
              <a:buNone/>
            </a:pPr>
            <a:r>
              <a:rPr lang="en"/>
              <a:t>Public leaderboard score: 0.8851 (31% of test data)</a:t>
            </a:r>
            <a:endParaRPr/>
          </a:p>
          <a:p>
            <a:pPr marL="0" lvl="0" indent="0" algn="just" rtl="0">
              <a:spcBef>
                <a:spcPts val="1200"/>
              </a:spcBef>
              <a:spcAft>
                <a:spcPts val="1200"/>
              </a:spcAft>
              <a:buNone/>
            </a:pPr>
            <a:r>
              <a:rPr lang="en"/>
              <a:t>Private leaderboard score: 0.8887 (69% of test data)</a:t>
            </a:r>
            <a:endParaRPr/>
          </a:p>
        </p:txBody>
      </p:sp>
      <p:pic>
        <p:nvPicPr>
          <p:cNvPr id="152" name="Google Shape;152;p26"/>
          <p:cNvPicPr preferRelativeResize="0"/>
          <p:nvPr/>
        </p:nvPicPr>
        <p:blipFill>
          <a:blip r:embed="rId4">
            <a:alphaModFix/>
          </a:blip>
          <a:stretch>
            <a:fillRect/>
          </a:stretch>
        </p:blipFill>
        <p:spPr>
          <a:xfrm>
            <a:off x="2029300" y="3651050"/>
            <a:ext cx="5085400" cy="11232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Deployment using Streamlit</a:t>
            </a:r>
            <a:endParaRPr b="1"/>
          </a:p>
        </p:txBody>
      </p:sp>
      <p:pic>
        <p:nvPicPr>
          <p:cNvPr id="158" name="Google Shape;158;p27"/>
          <p:cNvPicPr preferRelativeResize="0"/>
          <p:nvPr/>
        </p:nvPicPr>
        <p:blipFill>
          <a:blip r:embed="rId3">
            <a:alphaModFix/>
          </a:blip>
          <a:stretch>
            <a:fillRect/>
          </a:stretch>
        </p:blipFill>
        <p:spPr>
          <a:xfrm>
            <a:off x="4771873" y="1171364"/>
            <a:ext cx="3999902" cy="3397826"/>
          </a:xfrm>
          <a:prstGeom prst="rect">
            <a:avLst/>
          </a:prstGeom>
          <a:noFill/>
          <a:ln>
            <a:noFill/>
          </a:ln>
        </p:spPr>
      </p:pic>
      <p:pic>
        <p:nvPicPr>
          <p:cNvPr id="159" name="Google Shape;159;p27"/>
          <p:cNvPicPr preferRelativeResize="0"/>
          <p:nvPr/>
        </p:nvPicPr>
        <p:blipFill>
          <a:blip r:embed="rId4">
            <a:alphaModFix/>
          </a:blip>
          <a:stretch>
            <a:fillRect/>
          </a:stretch>
        </p:blipFill>
        <p:spPr>
          <a:xfrm>
            <a:off x="381025" y="1914450"/>
            <a:ext cx="3896424" cy="19116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63"/>
        <p:cNvGrpSpPr/>
        <p:nvPr/>
      </p:nvGrpSpPr>
      <p:grpSpPr>
        <a:xfrm>
          <a:off x="0" y="0"/>
          <a:ext cx="0" cy="0"/>
          <a:chOff x="0" y="0"/>
          <a:chExt cx="0" cy="0"/>
        </a:xfrm>
      </p:grpSpPr>
      <p:sp>
        <p:nvSpPr>
          <p:cNvPr id="164" name="Google Shape;164;p2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rPr>
              <a:t>References</a:t>
            </a:r>
            <a:endParaRPr b="1">
              <a:solidFill>
                <a:schemeClr val="lt1"/>
              </a:solidFill>
            </a:endParaRPr>
          </a:p>
        </p:txBody>
      </p:sp>
      <p:sp>
        <p:nvSpPr>
          <p:cNvPr id="165" name="Google Shape;165;p28"/>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Clr>
                <a:schemeClr val="lt1"/>
              </a:buClr>
              <a:buSzPts val="1800"/>
              <a:buChar char="●"/>
            </a:pPr>
            <a:r>
              <a:rPr lang="en" u="sng">
                <a:solidFill>
                  <a:schemeClr val="lt1"/>
                </a:solidFill>
                <a:hlinkClick r:id="rId3">
                  <a:extLst>
                    <a:ext uri="{A12FA001-AC4F-418D-AE19-62706E023703}">
                      <ahyp:hlinkClr xmlns:ahyp="http://schemas.microsoft.com/office/drawing/2018/hyperlinkcolor" val="tx"/>
                    </a:ext>
                  </a:extLst>
                </a:hlinkClick>
              </a:rPr>
              <a:t>https://www.kaggle.com/c/cassava-leaf-disease-classification/</a:t>
            </a:r>
            <a:endParaRPr>
              <a:solidFill>
                <a:schemeClr val="lt1"/>
              </a:solidFill>
            </a:endParaRPr>
          </a:p>
          <a:p>
            <a:pPr marL="457200" lvl="0" indent="-342900" algn="l" rtl="0">
              <a:spcBef>
                <a:spcPts val="0"/>
              </a:spcBef>
              <a:spcAft>
                <a:spcPts val="0"/>
              </a:spcAft>
              <a:buClr>
                <a:schemeClr val="lt1"/>
              </a:buClr>
              <a:buSzPts val="1800"/>
              <a:buChar char="●"/>
            </a:pPr>
            <a:r>
              <a:rPr lang="en">
                <a:solidFill>
                  <a:schemeClr val="lt1"/>
                </a:solidFill>
              </a:rPr>
              <a:t>Sangbamrung, I., Praneetpholkrang, P., &amp; Kanjanawattana, S. (2020). A novel automatic method for cassava disease classification using deep learning. Journal of Advances in Information Technology Vol, 11(4).</a:t>
            </a:r>
            <a:endParaRPr>
              <a:solidFill>
                <a:schemeClr val="lt1"/>
              </a:solidFill>
            </a:endParaRPr>
          </a:p>
          <a:p>
            <a:pPr marL="457200" lvl="0" indent="-342900" algn="l" rtl="0">
              <a:spcBef>
                <a:spcPts val="0"/>
              </a:spcBef>
              <a:spcAft>
                <a:spcPts val="0"/>
              </a:spcAft>
              <a:buClr>
                <a:schemeClr val="lt1"/>
              </a:buClr>
              <a:buSzPts val="1800"/>
              <a:buChar char="●"/>
            </a:pPr>
            <a:r>
              <a:rPr lang="en">
                <a:solidFill>
                  <a:schemeClr val="lt1"/>
                </a:solidFill>
              </a:rPr>
              <a:t>Sambasivam, G., &amp; Opiyo, G. D. (2021). A predictive machine learning application in agriculture: Cassava disease detection and classification with imbalanced dataset using convolutional neural networks. Egyptian Informatics Journal, 22(1), 27-34.</a:t>
            </a:r>
            <a:endParaRPr>
              <a:solidFill>
                <a:schemeClr val="lt1"/>
              </a:solidFill>
            </a:endParaRPr>
          </a:p>
          <a:p>
            <a:pPr marL="457200" lvl="0" indent="-342900" algn="l" rtl="0">
              <a:spcBef>
                <a:spcPts val="0"/>
              </a:spcBef>
              <a:spcAft>
                <a:spcPts val="0"/>
              </a:spcAft>
              <a:buClr>
                <a:schemeClr val="lt1"/>
              </a:buClr>
              <a:buSzPts val="1800"/>
              <a:buChar char="●"/>
            </a:pPr>
            <a:r>
              <a:rPr lang="en">
                <a:solidFill>
                  <a:schemeClr val="lt1"/>
                </a:solidFill>
              </a:rPr>
              <a:t>Tan, M., &amp; Le, Q. (2019, May). Efficientnet: Rethinking model scaling for convolutional neural networks. In International Conference on Machine Learning (pp. 6105-6114). PMLR.</a:t>
            </a:r>
            <a:endParaRPr>
              <a:solidFill>
                <a:schemeClr val="lt1"/>
              </a:solidFill>
            </a:endParaRPr>
          </a:p>
        </p:txBody>
      </p:sp>
    </p:spTree>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1019</Words>
  <Application>Microsoft Office PowerPoint</Application>
  <PresentationFormat>On-screen Show (16:9)</PresentationFormat>
  <Paragraphs>65</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Old Standard TT</vt:lpstr>
      <vt:lpstr>Arial</vt:lpstr>
      <vt:lpstr>Paperback</vt:lpstr>
      <vt:lpstr>Cassava Leaf Disease Classification using Transfer Learning</vt:lpstr>
      <vt:lpstr>Cassava</vt:lpstr>
      <vt:lpstr>Importance of Cassava</vt:lpstr>
      <vt:lpstr>Some major diseases affecting Cassava</vt:lpstr>
      <vt:lpstr>Current disease identification methods</vt:lpstr>
      <vt:lpstr>Objective</vt:lpstr>
      <vt:lpstr>Related work</vt:lpstr>
      <vt:lpstr>Shortcomings in existing methods</vt:lpstr>
      <vt:lpstr>Block Diagram</vt:lpstr>
      <vt:lpstr>Proposed method</vt:lpstr>
      <vt:lpstr>Proposed method (contd.) - Modeling</vt:lpstr>
      <vt:lpstr>Proposed method (contd.)</vt:lpstr>
      <vt:lpstr>Results</vt:lpstr>
      <vt:lpstr>Results (contd.)</vt:lpstr>
      <vt:lpstr>Deployment using Streamlit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122CR0788 (MANAS RANJAN SAHOO)</cp:lastModifiedBy>
  <cp:revision>1</cp:revision>
  <dcterms:modified xsi:type="dcterms:W3CDTF">2026-04-25T08:42:13Z</dcterms:modified>
</cp:coreProperties>
</file>